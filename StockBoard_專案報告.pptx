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73E8"/>
                </a:solidFill>
                <a:latin typeface="Microsoft JhengHei"/>
              </a:defRPr>
            </a:pPr>
            <a:r>
              <a:t>StockBoard 股票交易論壇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C1E21"/>
                </a:solidFill>
                <a:latin typeface="Microsoft JhengHei"/>
              </a:defRPr>
            </a:pPr>
            <a:r>
              <a:t>全端開發實戰報告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383280"/>
            <a:ext cx="27432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技術堆疊：FastAPI + SQLAlchemy + Vanilla JS + Chart.js</a:t>
            </a:r>
          </a:p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部署平台：Render.com (PostgreSQL)</a:t>
            </a:r>
          </a:p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專案性質：股票討論、查詢、交易紀錄一平台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SQLAlchemy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yfinance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Chart.js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SQLite /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bcrypt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JhengHei"/>
              </a:defRPr>
            </a:pPr>
            <a:r>
              <a:t>目 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專案概述與動機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系統架構設計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資料庫設計 (ERD)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後端 API 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前端 UI/UX 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核心功能展示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技術亮點與創新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部署與維運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安全性分析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遇到的挑戰與解法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未來改進方向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總結與心得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01  專案概述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00" b="0">
                <a:solidFill>
                  <a:srgbClr val="1C1E21"/>
                </a:solidFill>
                <a:latin typeface="Microsoft JhengHe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000" b="1">
                <a:solidFill>
                  <a:srgbClr val="1B9E4B"/>
                </a:solidFill>
                <a:latin typeface="Microsoft JhengHei"/>
              </a:defRPr>
            </a:pPr>
            <a:r>
              <a:t>核心特色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社群討論板：分類看板、發文、留言互動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股票即時查詢：串接 yfinance API，圖表化呈現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交易紀錄管理：買入/賣出記錄、歷史查詢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使用者個人檔案：文章統計、追蹤功能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E21"/>
                </a:solidFill>
                <a:latin typeface="Microsoft JhengHei"/>
              </a:defRPr>
            </a:pPr>
            <a:r>
              <a:t>技術堆疊總覽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9728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後端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6634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FastAPI (Python)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66359"/>
            <a:ext cx="1097280" cy="384048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資料庫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16635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SQLite (dev) / PostgreSQL (prod)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79"/>
            <a:ext cx="109728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7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66927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Vanilla HTML/CSS/JS + Chart.js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6172200"/>
            <a:ext cx="1097280" cy="384048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61722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Render.com (免費層級)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02  系統架構設計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560320" cy="12801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前端層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80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HTML5 + CSS3 + Vanilla JavaScript</a:t>
            </a:r>
            <a:br/>
            <a:r>
              <a:t>Chart.js (圖表渲染)</a:t>
            </a:r>
            <a:br/>
            <a:r>
              <a:t>LocalStorage (Session 管理)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2560320" cy="128016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API 層 (Backend)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9E4B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1546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FastAPI (ASGI)</a:t>
            </a:r>
            <a:br/>
            <a:r>
              <a:t>RESTful API 設計</a:t>
            </a:r>
            <a:br/>
            <a:r>
              <a:t>Pydantic 資料驗證</a:t>
            </a:r>
            <a:br/>
            <a:r>
              <a:t>bcrypt 密碼雜湊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25603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 (Database)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7548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SQLAlchemy ORM</a:t>
            </a:r>
            <a:br/>
            <a:r>
              <a:t>SQLite (開發環境)</a:t>
            </a:r>
            <a:br/>
            <a:r>
              <a:t>PostgreSQL (生產環境)</a:t>
            </a:r>
            <a:br/>
            <a:r>
              <a:t>yfinance (外部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5676B"/>
                </a:solidFill>
                <a:latin typeface="Microsoft JhengHei"/>
              </a:defRPr>
            </a:pPr>
            <a:r>
              <a:t>專案結構：main.py (API) │ models.py (ORM) │ database.py (DB Config) │ index.html (SPA)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03  資料庫設計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0604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Users (使用者)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UNIQUE,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String(500)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05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bcrypt hashed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463040"/>
            <a:ext cx="2606040" cy="41148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TradeRecords (交易)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stock_symbol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trade_type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072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BUY / 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410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quantity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410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7124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trade_date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124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71246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463040"/>
            <a:ext cx="260604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Posts (文章)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title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created_at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108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463040"/>
            <a:ext cx="2606040" cy="4114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Comments (留言)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post_id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posts.id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2505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created_at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3108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04  後端 API 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32004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端點 (Endpoint)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9144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59436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功能說明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/register/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74520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74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使用者註冊：檢查重複、bcrypt 雜湊密碼、建立帳號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59152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/login/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404872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048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使用者登入：驗證密碼、回傳 user_id 與 username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352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/trades/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935224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352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建立交易紀錄：驗證使用者、Enum 轉換、寫入資料庫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19856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6557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/trades/{user_id}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465576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6557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查詢使用者所有交易紀錄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959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/posts/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95928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9959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建立新文章：驗證使用者、寫入文章資料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80560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/posts/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526280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526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取得所有文章（含巢狀留言），依時間倒序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56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/comments/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056632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0566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對文章新增留言：驗證使用者與文章存在性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541264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8698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/stock/{symbol}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5586984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58698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即時股價：透過 yfinance 取得當前價格、高低價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1173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/stock/{symbol}/history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6117336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61173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歷史走勢：支援 1d/5d/1mo/3mo/6mo/1y 區間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05  前端 UI/UX 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E21"/>
                </a:solidFill>
                <a:latin typeface="Microsoft JhengHei"/>
              </a:defRPr>
            </a:pPr>
            <a:r>
              <a:t>SPA 架構設計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Topbar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固定頂部導航列：Logo、搜尋列、使用者資訊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固定左側選單：功能導航、看板分類、快捷發文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Main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可切換頁面區域：討論板 / 股票查詢 / 交易 / 個人檔案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79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彈出式對話框：發文表單、編輯個人資料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Auth Overlay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登入/註冊浮層：Backdrop blur 動畫效果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4572000" cy="43891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UI 設計模式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CSS 變數主題系統 (--brand, --bg, --card)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CSS 動畫：authIn、spin、toast slide-in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Template Literals 動態渲染文章/留言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esc() XSS 防護函數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Toast 通知系統 (success/error/info)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伺服器喚醒指示器 (Render 冷啟動)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RWD 響應式設計 (mobile: sidebar 隱藏)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Noto Sans TC 中文字型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5676B"/>
                </a:solidFill>
                <a:latin typeface="Microsoft JhengHei"/>
              </a:defRPr>
            </a:pPr>
            <a:r>
              <a:t>前端模組化：Auth │ Posts │ Stock │ Trades │ Profile │ Board Filter 六大功能模組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06  核心功能展示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4846320" cy="5029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討論板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發文、留言互動、看板分類篩選（台股/美股/加密貨幣/新手）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846320" cy="50292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股票查詢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即時股價、K線圖表、多時間區間切換（5天~1年）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069080"/>
            <a:ext cx="48463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交易紀錄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買入/賣出記錄、歷史查詢、圖標化顯示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4069080"/>
            <a:ext cx="4846320" cy="50292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個人檔案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文章統計、追蹤功能、個人資料編輯、查看他人檔案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07  技術亮點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字元級 bcrypt 截斷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bcrypt 限制 72 bytes，本專案實作了字元層級截斷邏輯，避免中文字被切斷。</a:t>
            </a:r>
            <a:br/>
            <a:r>
              <a:t>一般做法直接截斷 byte 72，會破壞多字元 UTF-8 字元。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45720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雙資料庫引擎配置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database.py 自動偵測 SQLite vs PostgreSQL，配置正確的 engine 參數。</a:t>
            </a:r>
            <a:br/>
            <a:r>
              <a:t>處理 postgres:// 到 postgresql:// 的 URL scheme 轉換（Render 部署需要）。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取代棄用的 datetime.utcnow()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models.py 使用 datetime.now(timezone.utc).replace(tzinfo=None) 取代已棄用的 utcnow()，</a:t>
            </a:r>
            <a:br/>
            <a:r>
              <a:t>同時維持 SQLite 的 naive datetime 相容性。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45720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Render 冷啟動處理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46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fetchWT() 包裝 fetch 帶 90 秒逾時，4 秒後顯示「伺服器喚醒中」spinner。</a:t>
            </a:r>
            <a:br/>
            <a:r>
              <a:t>解決 Render 免費層級休眠後首次請求延遲的問題。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457200" cy="4572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台股代號正規化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852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normTicker() 自動轉換台股代號：2330 → 2330.TW，TW2330 → 2330.TW。</a:t>
            </a:r>
            <a:br/>
            <a:r>
              <a:t>支援 Yahoo Finance 的 TW 前綴格式與標準 4-5 位數字代號。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08  部署與維運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22860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本地開發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SQLite + uvicorn</a:t>
            </a:r>
            <a:br/>
            <a:r>
              <a:t>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508760"/>
            <a:ext cx="228600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版本控制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Git 提交</a:t>
            </a:r>
            <a:br/>
            <a:r>
              <a:t>. gitignore 排除</a:t>
            </a:r>
            <a:br/>
            <a:r>
              <a:t>.pyc 和 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9E4B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2860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雲端部署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Render.com</a:t>
            </a:r>
            <a:br/>
            <a:r>
              <a:t>自動偵測 requirements.txt</a:t>
            </a:r>
            <a:br/>
            <a:r>
              <a:t>PostgreSQL 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508760"/>
            <a:ext cx="228600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前端部署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index.html</a:t>
            </a:r>
            <a:br/>
            <a:r>
              <a:t>獨立靜態檔案</a:t>
            </a:r>
            <a:br/>
            <a:r>
              <a:t>CDN 載入 Chart.js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10332720" cy="2560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部署關鍵設定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DATABASE_URL 環境變數：本地預設 SQLite，Render 自動注入 PostgreSQL 連線字串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Lifespan 管理：FastAPI 啟動時自動呼叫 create_tables() 建立資料表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CORS 設定：allow_origins=["*"] 允許所有來源（開發環境用）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requirements.txt 包含：fastapi, uvicorn, sqlalchemy, psycopg2-binary, bcrypt, yfinance, pydantic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啟動命令：uvicorn main:app --host 0.0.0.0 --port 8000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生產環境 URL: https://web-design-67t2.onrender.com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09  安全性分析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4B"/>
                </a:solidFill>
                <a:latin typeface="Microsoft JhengHei"/>
              </a:defRPr>
            </a:pPr>
            <a:r>
              <a:t>已實作的安全措施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bcrypt 密碼雜湊（含 salt），不使用明文儲存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字元層級 bcrypt 截斷，避免中文字元損壞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esc() XSS 防護函數，過濾 &amp;, &lt;, &gt;, ",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SQLAlchemy ORM 防護 SQL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HTTPException 統一錯誤處理 + db.rollback()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Pydantic 輸入資料驗證（型別檢查）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Microsoft JhengHei"/>
              </a:defRPr>
            </a:pPr>
            <a:r>
              <a:t>可改進項目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缺少 JWT/Token 認證機制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API 信任前端傳送的 user_id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CORS allow_origins=["*"] 過於寬鬆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無速率限制 (Rate Limiting)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個人資料 (bio/following) 存在 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無 CSRF Token 防護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46320"/>
            <a:ext cx="1033272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>
              <a:defRPr sz="1700" b="1">
                <a:solidFill>
                  <a:srgbClr val="E65100"/>
                </a:solidFill>
                <a:latin typeface="Microsoft JhengHei"/>
              </a:defRPr>
            </a:pPr>
            <a:r>
              <a:t>建議改進方向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導入 JWT 驗證：login 後回發 access token，後續 API 從 Header 驗證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限制 CORS：設定 allow_origins 為特定網域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加入 Rate Limiting：使用 slowapi 防止暴力攻擊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個人資料遷移至後端：bio/following 存入資料庫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10  遇到的挑戰與解法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484632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Render 免費層冷啟動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問題：Render 免費層休眠後首次請求需 30-50 秒，使用者看到逾時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解法：fetchWT() 實作 90 秒逾時 + 4 秒後顯示「喚醒中」spinner，提供明確回饋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4846320" cy="41148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bcrypt 中文字元處理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問題：密碼超過 72 bytes 需截斷，但中文字元是 3 bytes，直接截斷會損壞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解法：實作 _trim_password() 以字元為單位遍歷，確保在完整字元邊界處截斷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69080"/>
            <a:ext cx="484632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資料庫跨平台相容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問題：SQLite 需要 check_same_thread=False，PostgreSQL 不需要且 URL 格式不同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解法：database.py 自動偵測 URL prefix，動態配置 engine 參數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4846320" cy="4114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台股代號轉換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問題：Yahoo Finance 台股需加 .TW 後綴，但使用者習慣輸入純數字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解法：normTicker() 正規化函數，自動補齊/移除 TW 前綴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11  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29184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安全性強化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JWT Token 認證機制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CORS 網域限制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CSRF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463040"/>
            <a:ext cx="329184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功能擴充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文章按讚/收藏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即時通知系統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投资组合分析儀表板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搜尋功能強化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463040"/>
            <a:ext cx="329184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使用者體驗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深色模式 (Dark Mode)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RWD 行動版優化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圖片上傳支援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Markdown 編輯器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206240"/>
            <a:ext cx="329184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效能優化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資料庫查詢快取 (Redis)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分頁載入 (Pagination)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68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WebSocket 即時更新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952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952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CDN 靜態資源加速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4206240"/>
            <a:ext cx="3291840" cy="4572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個人檔案後端化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文章分類標籤系統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568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交易統計圖表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952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952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匯出交易紀錄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Microsoft JhengHei"/>
              </a:defRPr>
            </a:pPr>
            <a:r>
              <a:t>總結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27432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完成了一個全端股票交易論壇，整合社群、查詢、交易三大核心功能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實踐了 FastAPI + SQLAlchemy ORM + Vanilla JS 的現代化技術堆疊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成功部署至 Render.com，實現本地開發與生產環境的無縫切換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深入理解了 RESTful API 設計、資料庫關聯、前後端分離架構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學會處理實際部署挑戰：冷啟動、跨資料庫相容、字元編碼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754880"/>
            <a:ext cx="576072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感謝聆聽</a:t>
            </a:r>
          </a:p>
          <a:p>
            <a:pPr algn="ctr">
              <a:spcBef>
                <a:spcPts val="800"/>
              </a:spcBef>
              <a:defRPr sz="1400">
                <a:solidFill>
                  <a:srgbClr val="65676B"/>
                </a:solidFill>
                <a:latin typeface="Microsoft JhengHei"/>
              </a:defRPr>
            </a:pPr>
            <a:r>
              <a:t>StockBoard 股票交易論壇 專案報告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